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apresente a ideia principal e conecte com a governança de qualidade para código gerado por IA no projeto Control Plane/Data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137160"/>
            <a:ext cx="5212080" cy="5212080"/>
          </a:xfrm>
          <a:prstGeom prst="arc">
            <a:avLst/>
          </a:prstGeom>
          <a:solidFill>
            <a:srgbClr val="071525">
              <a:alpha val="0"/>
            </a:srgbClr>
          </a:solidFill>
          <a:ln w="381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914400"/>
            <a:ext cx="3931920" cy="3931920"/>
          </a:xfrm>
          <a:prstGeom prst="arc">
            <a:avLst/>
          </a:prstGeom>
          <a:solidFill>
            <a:srgbClr val="071525">
              <a:alpha val="0"/>
            </a:srgbClr>
          </a:solidFill>
          <a:ln w="254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Governança de Qualidade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Código Gerado por 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76656" y="26700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Aplicação no projeto Python com Control Plane e Data Plane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" y="3218688"/>
            <a:ext cx="2377440" cy="29260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Stakeholders técnicos e gerenciais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3218688"/>
            <a:ext cx="2926080" cy="2926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Qualidade como gate, não como promessa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0" y="3886200"/>
            <a:ext cx="1005840" cy="713232"/>
          </a:xfrm>
          <a:prstGeom prst="rect">
            <a:avLst/>
          </a:prstGeom>
          <a:solidFill>
            <a:srgbClr val="DBEAFE"/>
          </a:solidFill>
          <a:ln w="17780">
            <a:solidFill>
              <a:srgbClr val="60A5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gera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32520" y="3246120"/>
            <a:ext cx="1143000" cy="786384"/>
          </a:xfrm>
          <a:prstGeom prst="rect">
            <a:avLst/>
          </a:prstGeom>
          <a:solidFill>
            <a:srgbClr val="DCFCE7"/>
          </a:solidFill>
          <a:ln w="1778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Gates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validam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04120" y="3886200"/>
            <a:ext cx="1143000" cy="713232"/>
          </a:xfrm>
          <a:prstGeom prst="rect">
            <a:avLst/>
          </a:prstGeom>
          <a:solidFill>
            <a:srgbClr val="FEF3C7"/>
          </a:solidFill>
          <a:ln w="1778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Humano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aprova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4242816"/>
            <a:ext cx="320040" cy="-53949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75520" y="3703320"/>
            <a:ext cx="228600" cy="53949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76656" y="58338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Resultado esperado: mais velocidade com controle arquitetural, segurança e rastreabilidade.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Mensagem executiva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objetivo é permitir o uso de IA sem perder controle técnico, segurança e governança.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Código gerado por IA é aceito somente quando demonstra qualidade.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3383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IA acelera a produção; a esteira de qualidade decide se o código entra no produto.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89320" y="3127248"/>
            <a:ext cx="64008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09560" y="3127248"/>
            <a:ext cx="82296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12680" y="3127248"/>
            <a:ext cx="86868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26280" y="2606040"/>
            <a:ext cx="1280160" cy="1024128"/>
          </a:xfrm>
          <a:prstGeom prst="rect">
            <a:avLst/>
          </a:prstGeom>
          <a:solidFill>
            <a:srgbClr val="DBEAFE"/>
          </a:solidFill>
          <a:ln w="17780">
            <a:solidFill>
              <a:srgbClr val="1E40A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IA gera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rascunho técnico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2606040"/>
            <a:ext cx="1280160" cy="1024128"/>
          </a:xfrm>
          <a:prstGeom prst="rect">
            <a:avLst/>
          </a:prstGeom>
          <a:solidFill>
            <a:srgbClr val="DCFCE7"/>
          </a:solidFill>
          <a:ln w="17780">
            <a:solidFill>
              <a:srgbClr val="1580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Gates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bloqueiam risco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2606040"/>
            <a:ext cx="1280160" cy="1024128"/>
          </a:xfrm>
          <a:prstGeom prst="rect">
            <a:avLst/>
          </a:prstGeom>
          <a:solidFill>
            <a:srgbClr val="FEF3C7"/>
          </a:solidFill>
          <a:ln w="17780">
            <a:solidFill>
              <a:srgbClr val="B4530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Revisão humana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aprova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78440" y="2606040"/>
            <a:ext cx="1170432" cy="1024128"/>
          </a:xfrm>
          <a:prstGeom prst="rect">
            <a:avLst/>
          </a:prstGeom>
          <a:solidFill>
            <a:srgbClr val="E2E8F0"/>
          </a:solidFill>
          <a:ln w="1778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controlado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Para gestão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0644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Para engenharia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 risco operacional, evita retrabalho, cria evidência de conformidade e mantém previsibilidade de entrega.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4617720"/>
            <a:ext cx="4983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Impõe padrões de arquitetura, estilo, testes, segurança, observabilidade e cobertura mínima antes do merge.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Riscos que precisam ser controlados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IA pode acelerar, mas também pode introduzir desvios silenciosos.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</a:rPr>
              <a:t>Sem guardrails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</a:rPr>
              <a:t>Com qualidade automatizada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429768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Desvio arquitetural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padrões fora do Control/Data Plane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29768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Vulnerabilidades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Secrets, SQL inseguro, dependências frágeis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429768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 positivo de pronto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compila, mas não atende comportamento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429768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Manutenção cara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Complexidade e duplicidade aumentam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44805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protegida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bloqueiam violações objetivas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44805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validada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de código, dependências e secrets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400800" y="3611880"/>
            <a:ext cx="44805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Comportamento provado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e cobertura mínima por camada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44805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sustentável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Lint, tipagem, complexidade e review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303520" y="3246120"/>
            <a:ext cx="896112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02352" y="27432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Quality Gate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 versionados no repositório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As regras vivem junto com o código; a solução externa apenas executa.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Arquivos-base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.github/copilot-instructions.md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globais para Copilot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67919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architecture-instructions.md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Princípios Control/Data Plane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48386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docs/allowed-stack.md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 permitidas e proibidas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80760" y="1874520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scripts/architecture_guard.py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Bloqueio de violações arquiteturais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80760" y="267919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pyproject.toml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Ruff, mypy, pytest e coverage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80760" y="348386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pull_request_template.md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de aceite humano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Regras que devem ser bloqueadas automaticamente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285232"/>
            <a:ext cx="3246120" cy="29260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SQLAlchemy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5285232"/>
            <a:ext cx="3246120" cy="29260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fora de repository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38160" y="5285232"/>
            <a:ext cx="3246120" cy="29260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job pesado em request HTTP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715000"/>
            <a:ext cx="3246120" cy="29260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 Plane → Data Plane via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5715000"/>
            <a:ext cx="3246120" cy="29260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sem RBAC no 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38160" y="5715000"/>
            <a:ext cx="3246120" cy="29260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sem audit_event em ação sensível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Gate sem Sonar local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Um conjunto de ferramentas menores entrega resultado semelhante e mais aderente à arquitetura.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423160" cy="768096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Guard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próprias da arquitetura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3520440" y="1600200"/>
            <a:ext cx="2423160" cy="768096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+ Format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padrão, lint e imports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355080" y="1600200"/>
            <a:ext cx="2423160" cy="768096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mypy / pyright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tipagem estática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189720" y="1600200"/>
            <a:ext cx="2423160" cy="768096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+ coverage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comportamento e cobertura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2423160" cy="768096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em código Python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520440" y="2788920"/>
            <a:ext cx="2423160" cy="768096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pip-audit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vulnerabilidades em pacotes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355080" y="2788920"/>
            <a:ext cx="2423160" cy="768096"/>
          </a:xfrm>
          <a:prstGeom prst="rect">
            <a:avLst/>
          </a:prstGeom>
          <a:solidFill>
            <a:srgbClr val="E2E8F0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Gitleaks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expostos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189720" y="2788920"/>
            <a:ext cx="242316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Radon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complexidade e manutenção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280160" y="4553712"/>
            <a:ext cx="9509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5367528"/>
            <a:ext cx="10972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Fail fast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9476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803D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94760" y="5367528"/>
            <a:ext cx="10972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Relatório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5367528"/>
            <a:ext cx="10972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Bloqueio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5548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55480" y="5367528"/>
            <a:ext cx="10972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Evidência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08760" y="60167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Princípio: qualquer ferramenta pode falhar o build; nenhuma ferramenta aprova sozinha.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externo: responsabilidade separada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pipeline pode estar fora; os contratos precisam estar dentro do projeto.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Repositório do projeto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Solução externa de CI/CD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743200" cy="960120"/>
          </a:xfrm>
          <a:prstGeom prst="rect">
            <a:avLst/>
          </a:prstGeom>
          <a:solidFill>
            <a:srgbClr val="DBEAFE"/>
          </a:solidFill>
          <a:ln w="17780">
            <a:solidFill>
              <a:srgbClr val="1E40A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Código + testes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+ regras versionadas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743200" cy="960120"/>
          </a:xfrm>
          <a:prstGeom prst="rect">
            <a:avLst/>
          </a:prstGeom>
          <a:solidFill>
            <a:srgbClr val="EFF6FF"/>
          </a:solidFill>
          <a:ln w="17780">
            <a:solidFill>
              <a:srgbClr val="1E40A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pyproject.toml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quality_gate.sh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architecture_guard.py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2743200"/>
            <a:ext cx="2560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297680" y="2331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checkout + execução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solidFill>
            <a:srgbClr val="DCFCE7"/>
          </a:solidFill>
          <a:ln w="17780">
            <a:solidFill>
              <a:srgbClr val="1580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Executa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make quality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1920240"/>
            <a:ext cx="2240280" cy="960120"/>
          </a:xfrm>
          <a:prstGeom prst="rect">
            <a:avLst/>
          </a:prstGeom>
          <a:solidFill>
            <a:srgbClr val="ECFDF5"/>
          </a:solidFill>
          <a:ln w="17780">
            <a:solidFill>
              <a:srgbClr val="1580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Publica relatório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e bloqueia promoção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404872"/>
            <a:ext cx="457200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355080" y="3703320"/>
            <a:ext cx="4846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de desenho: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 externa não define a qualidade. Ela apenas executa e impõe a qualidade definida no repositório.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Benefício para governança: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regras evoluem junto com o código e ficam auditáveis por histórico de commits.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80060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Benefício para engenharia: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mesmo comando roda localmente, no PR e no pipeline externo.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Estratégia de testes por camada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IA deve gerar código e testes; o pipeline valida comportamento, erro e segurança.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0" y="1508760"/>
            <a:ext cx="667512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Fluxos críticos / Playwright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jornada de usuário e HTMX quando necessário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2331720"/>
            <a:ext cx="832104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Repositories, workers, fila Oracle, e-mail outbox e heartbeat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337560"/>
            <a:ext cx="987552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cases, services, RBAC, validação de SQL, DTOs e regras de erro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Critérios mínimos sugeridos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803D"/>
                </a:solidFill>
              </a:rPr>
              <a:t>90%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582472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Use cases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81528" y="5349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803D"/>
                </a:solidFill>
              </a:rPr>
              <a:t>90%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81528" y="582472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Services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94376" y="5349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85%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94376" y="582472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Workers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07224" y="5349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80%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507224" y="582472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Repositories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20072" y="5349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85%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720072" y="582472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Global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humano e responsabilidades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IA acelera, automação bloqueia, pessoas decidem.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331720" y="2148840"/>
            <a:ext cx="146304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20640" y="2148840"/>
            <a:ext cx="146304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09560" y="2148840"/>
            <a:ext cx="146304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1554480" cy="1097280"/>
          </a:xfrm>
          <a:prstGeom prst="rect">
            <a:avLst/>
          </a:prstGeom>
          <a:solidFill>
            <a:srgbClr val="DBEAFE"/>
          </a:solidFill>
          <a:ln w="17780">
            <a:solidFill>
              <a:srgbClr val="1E40A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Copilot / Agents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criam proposta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4760" y="1600200"/>
            <a:ext cx="1325880" cy="1097280"/>
          </a:xfrm>
          <a:prstGeom prst="rect">
            <a:avLst/>
          </a:prstGeom>
          <a:solidFill>
            <a:srgbClr val="DCFCE7"/>
          </a:solidFill>
          <a:ln w="17780">
            <a:solidFill>
              <a:srgbClr val="1580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Quality Gate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falha ou passa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600200"/>
            <a:ext cx="1325880" cy="1097280"/>
          </a:xfrm>
          <a:prstGeom prst="rect">
            <a:avLst/>
          </a:prstGeom>
          <a:solidFill>
            <a:srgbClr val="FEF3C7"/>
          </a:solidFill>
          <a:ln w="17780">
            <a:solidFill>
              <a:srgbClr val="B4530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Dev / Arquiteto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revisa impacto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72600" y="1600200"/>
            <a:ext cx="1325880" cy="1097280"/>
          </a:xfrm>
          <a:prstGeom prst="rect">
            <a:avLst/>
          </a:prstGeom>
          <a:solidFill>
            <a:srgbClr val="E2E8F0"/>
          </a:solidFill>
          <a:ln w="1778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Owner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aprova risco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Revisão recomendada por tipo de mudança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simples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revisor técnico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4251960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negócio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revisor técnico + funcional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965192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/ auditoria / credenciais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 + segurança/arquiteto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4965192"/>
            <a:ext cx="4709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/ fila / Data Plane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 + arquiteto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58978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Política: IA nunca aprova produção. IA sugere, gates bloqueiam, humanos assumem a decisão.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de implementação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Implantação incremental para reduzir risco e gerar valor rápido.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9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Governança de Qualidade para Código Gerado por IA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987552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87168"/>
            <a:ext cx="603504" cy="60350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7860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3730752"/>
            <a:ext cx="2011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instruções, stack permitida, PR template, Ruff, pytest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703320" y="2487168"/>
            <a:ext cx="603504" cy="6035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57860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Qualidade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3730752"/>
            <a:ext cx="2011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architecture_guard, coverage, mypy/pyright, Bandit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92240" y="2487168"/>
            <a:ext cx="603504" cy="6035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57860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Segurança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6440" y="3730752"/>
            <a:ext cx="2011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pip-audit, Gitleaks, Radon, Semgrep/CodeQL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281160" y="2487168"/>
            <a:ext cx="603504" cy="6035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57860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Governança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3730752"/>
            <a:ext cx="2011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relatório consolidado, métricas, melhoria contínua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097280" y="5257800"/>
            <a:ext cx="9966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Recomendação: começar bloqueando violações objetivas da arquitetura e testes mínimos; endurecer gradualmente para não travar o time no primeiro ciclo.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Decisões solicitadas aos stakeholders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Para transformar IA em acelerador seguro de engenharia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039112"/>
            <a:ext cx="4343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Aprovar política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Código gerado por IA só entra via PR e quality gate.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2039112"/>
            <a:ext cx="4343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Versionar regras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Guardrails, stack permitida e DoD ficam no repositório.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429000"/>
            <a:ext cx="4343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Executar no CI externo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Pipeline externo roda make quality e publica evidências.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55080" y="3447288"/>
            <a:ext cx="502920" cy="50292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3429000"/>
            <a:ext cx="4343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Definir revisores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Mudanças críticas exigem arquiteto ou segurança.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5577840"/>
            <a:ext cx="10149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Mensagem final: velocidade sem controle aumenta risco; velocidade com gates vira capacidade de entrega.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de Código com IA — Control Plane &amp; Data Plane</dc:title>
  <dc:subject>Governança de Qualidade para Código Gerado por IA</dc:subject>
  <dc:creator>OpenAI</dc:creator>
  <cp:lastModifiedBy>OpenAI</cp:lastModifiedBy>
  <cp:revision>1</cp:revision>
  <dcterms:created xsi:type="dcterms:W3CDTF">2026-05-02T12:33:48Z</dcterms:created>
  <dcterms:modified xsi:type="dcterms:W3CDTF">2026-05-02T12:33:48Z</dcterms:modified>
</cp:coreProperties>
</file>