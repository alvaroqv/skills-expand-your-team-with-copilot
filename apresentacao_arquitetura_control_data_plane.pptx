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ARQUITETURA DE SOFTWARE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040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Arquitetura Python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Control Plane + Data Plane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21792" y="2377440"/>
            <a:ext cx="6400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Backoffice, dashboards, reports, jobs, workflows, RBAC, auditoria e execução assíncrona em Oracle.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" y="32461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31012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Jinja2 + HTMX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324612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331012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FastAPI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94176" y="32461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33101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Oracle Queue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324612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31012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Data Plane Workers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82296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1725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Mensagem central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1737360"/>
            <a:ext cx="26974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Control Plane governa.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Data Plane executa.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 Oracle coordena os dois.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6676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Visão para stakeholders técnicos e gerenciais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CONTEXTO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Por que essa arquitetura?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07592"/>
            <a:ext cx="3054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Necessidade do negócio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1673352"/>
            <a:ext cx="305409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Executar reports e jobs críticos sem bloquear o backoffice, com status visível, auditoria e notificações.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143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14300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307592"/>
            <a:ext cx="3054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Risco operacional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1673352"/>
            <a:ext cx="305409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Jobs longos podem falhar, duplicar execução, ficar travados ou exigir compensação.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143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143000"/>
            <a:ext cx="73152" cy="18288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307592"/>
            <a:ext cx="3054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Estratégia proposta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9328" y="1673352"/>
            <a:ext cx="305409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Separar governança de execução: Control Plane para gestão e Data Plane para processamento.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Resultado esperado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100584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Menos acoplamento entre UI e processamento pesado.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Execução assíncrona com rastreabilidade ponta a ponta.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Capacidade de escalar múltiplas instâncias de execução.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Governança forte: RBAC, auditoria, logs, erro e reexecução.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DIRETRIZES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Princípios de arquitetura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170432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2984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Separação clara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1161288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Control Plane governa; Data Plane executa; Oracle coordena.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128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Execução confiável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075688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Fila transacional, lease, retry, idempotência e reexecução.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999232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1272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Operação transparente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2990088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Status, logs, traces, auditoria, artifacts e dashboards.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913632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0416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Baixa complexidade de frontend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17720" y="3904488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Jinja2 + HTMX para time pequeno e forte em backend.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828032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9560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Segurança por padrão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7720" y="4818888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ADFS/OIDC + RBAC interno por ação e recurso.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ESTRUTURA DA ARQUITETURA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Visão C4 - Nível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pic>
        <p:nvPicPr>
          <p:cNvPr id="6" name="Image 0" descr="/mnt/data/arch_presentation_assets/c4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8180"/>
            <a:ext cx="11292840" cy="4566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8704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visão mostra os principais containers, responsabilidades e integrações externas.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GOVERNANÇA E EXPERIÊNCIA DO USUÁRIO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Control Plane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07592"/>
            <a:ext cx="3054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Backoffice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673352"/>
            <a:ext cx="30540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Jinja2 + HTMX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CRUDs, dashboards, filtros, drill-down e Design System.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43000"/>
            <a:ext cx="73152" cy="1417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307592"/>
            <a:ext cx="3054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Administração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1673352"/>
            <a:ext cx="30540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Usuários, roles, permissões, jobs, workflows, reports, schedules e credenciais.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143000"/>
            <a:ext cx="73152" cy="1417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307592"/>
            <a:ext cx="3054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Execution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5048" y="1673352"/>
            <a:ext cx="30540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Execuções, erro, logs, reexecução, artifacts e auditoria.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O Control Plane não executa processamento pesado.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68680" y="3703320"/>
            <a:ext cx="100584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Valida autenticação e RBAC antes de qualquer ação.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Insere solicitações de jobs/reports/workflows nas filas Oracle.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Exibe status, falhas, logs, auditoria e saúde do Data Plane.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Recebe heartbeat do Data Plane a cada 1 minuto.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EXECUÇÃO E OPERAÇÃO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Data Plane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0972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97280"/>
            <a:ext cx="73152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61872"/>
            <a:ext cx="2871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Schedulers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627632"/>
            <a:ext cx="28712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Resolvem CRON, parâmetros automáticos e enfileiram execuções.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73152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1261872"/>
            <a:ext cx="2871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Workers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61688" y="1627632"/>
            <a:ext cx="28712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Consomem filas, executam reports, jobs e workflows.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35240" y="10972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1097280"/>
            <a:ext cx="73152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1261872"/>
            <a:ext cx="2871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Admin UI Técnica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36408" y="1627632"/>
            <a:ext cx="28712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Visualiza execuções, filas, logs, traces, erros e artifacts.</a:t>
            </a:r>
            <a:endParaRPr lang="en-US" sz="1250" dirty="0"/>
          </a:p>
        </p:txBody>
      </p:sp>
      <p:pic>
        <p:nvPicPr>
          <p:cNvPr id="18" name="Image 0" descr="/mnt/data/arch_presentation_assets/dat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82628"/>
            <a:ext cx="10698480" cy="238438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580644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 Data Plane é escalável horizontalmente e pode ter múltiplas instâncias consumindo a mesma fila.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COMO OS PLANOS SE CONVERSAM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Fluxo de dados e comunicação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pic>
        <p:nvPicPr>
          <p:cNvPr id="6" name="Image 0" descr="/mnt/data/arch_presentation_assets/dat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60419"/>
            <a:ext cx="10972800" cy="24455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452628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4709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Contrato de integração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60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Control Plane → Data Plane via Oracle. Data Plane → Control Plane apenas via heartbeat API. O status das execuções fica persistido no banco.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CASO DE USO PRINCIPAL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pic>
        <p:nvPicPr>
          <p:cNvPr id="6" name="Image 0" descr="/mnt/data/arch_presentation_assets/repor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47423"/>
            <a:ext cx="10927080" cy="7571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37490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3749040"/>
            <a:ext cx="73152" cy="1417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3913632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Configuração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6968" y="4279392"/>
            <a:ext cx="29626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Fonte de dados, SQL SELECT, formato, nome do arquivo, colunas e notificações.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37490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3749040"/>
            <a:ext cx="73152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3913632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36008" y="4279392"/>
            <a:ext cx="29626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Manual com parâmetros ou automática via CRON com d_minus_1, m_minus_1 etc.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83880" y="37490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3880" y="374904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85048" y="3913632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Entrega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5048" y="4279392"/>
            <a:ext cx="29626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Artifact gerado, e-mail de sucesso/falha e anexo ou link seguro.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ORQUESTRAÇÃO DE PROCESSOS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Jobs e Workflows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pic>
        <p:nvPicPr>
          <p:cNvPr id="6" name="Image 0" descr="/mnt/data/arch_presentation_assets/job_workflow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49838"/>
            <a:ext cx="10927080" cy="7065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Diferença importante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100584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Job simples executa um handler Python registrado no catálogo.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Workflow executa uma sequência de jobs com status por etapa.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Falhas podem acionar retry, compensação ou intervenção manual.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Toda execução gera execution_code, logs, events, trace_id e correlation_id.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OPERAÇÃO E SUPORTE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Gestão de execuções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194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REPORT-RUN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572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Identidade própria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194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</a:rPr>
              <a:t>JOB-RUN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Execução job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23560" y="1143000"/>
            <a:ext cx="2194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WF-RUN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1572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Workflow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92440" y="1143000"/>
            <a:ext cx="2194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trace_id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1572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Correlação técnica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Estados operacionais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77240" y="28803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072384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9992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PENDING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32095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Aguardando execução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566160" y="28803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3072384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29992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RUNNING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77640" y="32095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Em processamento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355080" y="28803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072384"/>
            <a:ext cx="182880" cy="1828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9992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SUCCEEDED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32095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Concluído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9144000" y="28803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81160" y="3072384"/>
            <a:ext cx="182880" cy="1828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55480" y="29992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FAILED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55480" y="32095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Falhou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77240" y="37947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398678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39136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WAITING_RETRY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88720" y="41239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Aguardando nova tentativa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3566160" y="37947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03320" y="398678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39136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COMPENSATING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77640" y="41239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Compensando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355080" y="37947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3986784"/>
            <a:ext cx="182880" cy="1828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9136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COMPENSATED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66560" y="41239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Compensado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9144000" y="379476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81160" y="3986784"/>
            <a:ext cx="182880" cy="1828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55480" y="39136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MANUAL_INTERVENTION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555480" y="41239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Precisa de análise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777240" y="5394960"/>
            <a:ext cx="10607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Operações suportadas: visualizar logs, abrir erro, baixar artifact, cancelar quando permitido e reexecutar mantendo histórico.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RBAC, CREDENCIAIS E AUDITORIA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Segurança e governança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pic>
        <p:nvPicPr>
          <p:cNvPr id="6" name="Image 0" descr="/mnt/data/arch_presentation_assets/security_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88995"/>
            <a:ext cx="10789920" cy="18854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9776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977640"/>
            <a:ext cx="73152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142232"/>
            <a:ext cx="2871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Identidade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" y="4507992"/>
            <a:ext cx="2871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ADFS/OIDC autentica. O sistema não armazena senhas de usuários.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9776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3977640"/>
            <a:ext cx="73152" cy="1143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4568" y="4142232"/>
            <a:ext cx="2871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Permissões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44568" y="4507992"/>
            <a:ext cx="2871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RBAC interno permite granularidade por tela, ação e backend.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55280" y="397764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0" y="397764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56448" y="4142232"/>
            <a:ext cx="2871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Auditoria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56448" y="4507992"/>
            <a:ext cx="2871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Ações administrativas e operacionais ficam rastreáveis.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LOGS, TRACES E DIAGNÓSTICO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Observabilidade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Todo evento relevante deve carregar identificadores de correlação.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73152" cy="10972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execution_code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59152"/>
            <a:ext cx="213969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Identidade visível da execução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2044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828800"/>
            <a:ext cx="73152" cy="10972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correlation_id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21608" y="2359152"/>
            <a:ext cx="213969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Agrupa fluxos funcionais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828800"/>
            <a:ext cx="73152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trace_id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6248" y="2359152"/>
            <a:ext cx="213969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Rastreamento técnico ponta a ponta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828800"/>
            <a:ext cx="73152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data_plane_instance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0888" y="2359152"/>
            <a:ext cx="213969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Identifica quem executou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3749040"/>
            <a:ext cx="1042416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977640"/>
            <a:ext cx="9784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"level": "ERROR", "execution_code": "JOB-RUN-20260501-000001",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"correlation_id": "corr-123", "trace_id": "trace-456",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"step": "LOAD_FILE", "message": "Erro ao processar arquivo" 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394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Logs estruturados em JSON são enviados para Splunk/OpenTelemetry e também resumidos na tela de execução.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CONSISTÊNCIA PARA O BACKOFFICE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Design System e 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10835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344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Administração &gt; Reports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Reports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Gerencie reports, agendamentos, parâmetros e notificações.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395728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50545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Buscar...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0" y="239572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3568" y="252374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Exportar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235440" y="2395728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52374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Novo Report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2971800"/>
            <a:ext cx="96926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081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Código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63240" y="3081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Nome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3081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Status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03720" y="3081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Última execução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23960" y="3081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Ações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60120" y="3319272"/>
            <a:ext cx="9692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3703320"/>
            <a:ext cx="9692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087368"/>
            <a:ext cx="9692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45643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Relatório Vendas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83480" y="3401568"/>
            <a:ext cx="749808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456432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47857"/>
                </a:solidFill>
              </a:rPr>
              <a:t>Ativo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960120" y="507492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Regras obrigatórias: breadcrumbs, filtros, exportação, feedback, loading, empty state, modais e side-overs.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DECISÕES TÉCNICAS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Stack de tecnologia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0972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97280"/>
            <a:ext cx="73152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61872"/>
            <a:ext cx="4654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627632"/>
            <a:ext cx="4654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FastAPI SSR + Jinja2 + HTMX + Alpine.js + Bootstrap 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09728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097280"/>
            <a:ext cx="73152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261872"/>
            <a:ext cx="4654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Control Plane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1627632"/>
            <a:ext cx="4654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Python + FastAPI + Pydantic + python-oracledb + RBAC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51460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514600"/>
            <a:ext cx="73152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679192"/>
            <a:ext cx="4654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Plane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3044952"/>
            <a:ext cx="4654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Python workers + Oracle queue + schedulers + Email Outbox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51460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514600"/>
            <a:ext cx="73152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679192"/>
            <a:ext cx="4654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Banco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4808" y="3044952"/>
            <a:ext cx="4654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Oracle com filas transacionais, auditoria, logs e estados de execução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39319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931920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4096512"/>
            <a:ext cx="4654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Observabilidade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968" y="4462272"/>
            <a:ext cx="4654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JSON logs + OpenTelemetry + Splunk + trace/correlation IDs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9319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931920"/>
            <a:ext cx="73152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4096512"/>
            <a:ext cx="4654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Segurança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64808" y="4462272"/>
            <a:ext cx="4654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ADFS/OIDC + permissões internas + credenciais por referência segura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Decisão de simplicidade: sem SQLAlchemy, sem React/SPA no primeiro momento, sem Celery; a coordenação ocorre via Oracle.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CAMADAS E ORGANIZAÇÃO DE CÓDIGO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Estrutura interna dos sistemas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pic>
        <p:nvPicPr>
          <p:cNvPr id="6" name="Image 0" descr="/mnt/data/arch_presentation_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8837" y="1051560"/>
            <a:ext cx="5561006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Control Plane: organizado por funcionalidade para acelerar manutenção por domínio de tela. Data Plane: organizado por camada e DTO-centric para simplificar execução.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COMO O CÓDIGO DEVE NASCER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Estrutura de pastas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pic>
        <p:nvPicPr>
          <p:cNvPr id="6" name="Image 0" descr="/mnt/data/arch_presentation_assets/folder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1875" y="1051560"/>
            <a:ext cx="575777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9834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4983480"/>
            <a:ext cx="73152" cy="8229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5148072"/>
            <a:ext cx="4700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Control Plane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78408" y="5513832"/>
            <a:ext cx="47000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features/{reports,jobs,workflows,...}/routers/api/controllers/usecases/services/repository/dtos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49834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4983480"/>
            <a:ext cx="73152" cy="8229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56248" y="5148072"/>
            <a:ext cx="4700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Plane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56248" y="5513832"/>
            <a:ext cx="47000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presentation/application/domain(dtos,repositories)/infrastructure/workers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MÚLTIPLAS INSTÂNCIAS EM PARALELO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Escala e resiliência operacional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143000"/>
            <a:ext cx="73152" cy="13716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307592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Escala horizontal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1673352"/>
            <a:ext cx="29169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Control Plane stateless e Data Plane com várias instâncias consumidoras.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43000"/>
            <a:ext cx="73152" cy="13716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307592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Fila segura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1673352"/>
            <a:ext cx="29169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Claim transacional com FOR UPDATE SKIP LOCKED para evitar duplicidade.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1430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1430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307592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Recuperação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93608" y="1673352"/>
            <a:ext cx="291693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Lease, retry, reexecução, compensation e Email Outbox.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Fluxo de recuperação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1014984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Se uma instância falhar, o lease expira e outra instância pode retomar a execução.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A execução original não é apagada; reexecuções geram novo execution_code.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E-mails são enviados via outbox para evitar perda de notificação.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11827"/>
                </a:solidFill>
              </a:rPr>
              <a:t>Workflows registram cada step e compensação quando necessário.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ROADMAP SUGERIDO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Plano de implementação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916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Fase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Base técnica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788920"/>
            <a:ext cx="15361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FastAPI, Oracle, autenticação, RBAC, layout e Design System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971800" y="141732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6916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Fase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36392" y="2788920"/>
            <a:ext cx="15361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Cadastro, execução manual, schedule, artifact e e-mail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212080" y="141732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16916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Fase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924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Jobs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76672" y="2788920"/>
            <a:ext cx="15361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Handlers, queue consumer, retry, logs e reexecução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452360" y="141732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16916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Fase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Workflows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16952" y="2788920"/>
            <a:ext cx="15361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Steps, compensação, SAGA e timeline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9692640" y="141732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16916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Fase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2980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Dashboards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57232" y="2788920"/>
            <a:ext cx="15361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Drill-down, health, auditoria e indicadores operacionais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sequência reduz risco: primeiro governança e execução básica; depois workflows, SAGA, dashboards e otimização operacional.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ENCERRAMENTO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Decisões e próximos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0881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291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43000"/>
            <a:ext cx="73152" cy="1325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07592"/>
            <a:ext cx="3145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Decisões confirmadas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673352"/>
            <a:ext cx="3145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Python, FastAPI, Jinja2 + HTMX, Oracle queue, Data Plane workers, RBAC interno.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1430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14300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307592"/>
            <a:ext cx="3145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Pontos a validar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1673352"/>
            <a:ext cx="3145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Ambiente Oracle/Kerberos, SMTP, Splunk/OTel, padrão corporativo de secrets.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1430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143000"/>
            <a:ext cx="73152" cy="1325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307592"/>
            <a:ext cx="3145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Próxima entrega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47888" y="1673352"/>
            <a:ext cx="3145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Blueprint técnico, backlog por fase, contratos de banco e agentes Copilot.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Mensagem final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3886200"/>
            <a:ext cx="10241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 arquitetura foi desenhada para ser simples o suficiente para um time pequeno, mas robusta o suficiente para operação corporativa com rastreabilidade, segurança e recuperação de falhas.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51663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Control Plane governa. Data Plane executa. Oracle coordena. Observabilidade sustenta a operação.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Python - Control Plane e Data Plane</dc:title>
  <dc:subject>Arquitetura Control Plane / Data Plane</dc:subject>
  <dc:creator>OpenAI</dc:creator>
  <cp:lastModifiedBy>OpenAI</cp:lastModifiedBy>
  <cp:revision>1</cp:revision>
  <dcterms:created xsi:type="dcterms:W3CDTF">2026-05-02T02:18:23Z</dcterms:created>
  <dcterms:modified xsi:type="dcterms:W3CDTF">2026-05-02T02:18:23Z</dcterms:modified>
</cp:coreProperties>
</file>